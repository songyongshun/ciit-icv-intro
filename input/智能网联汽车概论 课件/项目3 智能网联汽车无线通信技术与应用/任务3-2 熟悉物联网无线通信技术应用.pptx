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452" r:id="rId2"/>
    <p:sldId id="575" r:id="rId3"/>
    <p:sldId id="552" r:id="rId4"/>
    <p:sldId id="633" r:id="rId5"/>
    <p:sldId id="634" r:id="rId6"/>
    <p:sldId id="622" r:id="rId7"/>
    <p:sldId id="623" r:id="rId8"/>
    <p:sldId id="607" r:id="rId9"/>
    <p:sldId id="635" r:id="rId10"/>
    <p:sldId id="624" r:id="rId11"/>
    <p:sldId id="636" r:id="rId12"/>
    <p:sldId id="625" r:id="rId13"/>
    <p:sldId id="637" r:id="rId14"/>
    <p:sldId id="626" r:id="rId15"/>
    <p:sldId id="638" r:id="rId16"/>
    <p:sldId id="627" r:id="rId17"/>
    <p:sldId id="639" r:id="rId18"/>
    <p:sldId id="640" r:id="rId19"/>
    <p:sldId id="569" r:id="rId2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735"/>
    <a:srgbClr val="E20000"/>
    <a:srgbClr val="0A8029"/>
    <a:srgbClr val="6BA42C"/>
    <a:srgbClr val="080B86"/>
    <a:srgbClr val="2A6430"/>
    <a:srgbClr val="F2DCDB"/>
    <a:srgbClr val="EECECD"/>
    <a:srgbClr val="FAC090"/>
    <a:srgbClr val="88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 autoAdjust="0"/>
    <p:restoredTop sz="83310" autoAdjust="0"/>
  </p:normalViewPr>
  <p:slideViewPr>
    <p:cSldViewPr>
      <p:cViewPr>
        <p:scale>
          <a:sx n="70" d="100"/>
          <a:sy n="70" d="100"/>
        </p:scale>
        <p:origin x="-612" y="-60"/>
      </p:cViewPr>
      <p:guideLst>
        <p:guide orient="horz" pos="1400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C56A5-6504-4F84-B307-892CFB3AFEA7}" type="datetimeFigureOut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B046C-3A01-41E6-A822-7FA0A1965D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10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dirty="0" smtClean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8B046C-3A01-41E6-A822-7FA0A1965D87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A2C8B-5710-4407-A094-7D0381341E3B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body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66367"/>
            <a:ext cx="6176442" cy="430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063229"/>
            <a:ext cx="8229600" cy="339447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8FFB4-D8F7-48E0-9754-FAF3066818AC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017A1-F837-41FD-8512-7BBDAF0EED8B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7C002-758E-4D25-975A-AB620C087E93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3E8EA-488D-4BB4-AB2B-C90BF1352AF7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22F2-C2FC-4FED-ABEC-518BAC9A44A6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4C27-18E3-4311-8A9B-EEA28C49A864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DB677-D259-4E34-9A89-F6EEDF9008C9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AD84B-109E-4527-94FF-867BDC11262B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1F9AA-5F1F-420B-9A0D-3439B6781FDC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2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2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0B00F-AA85-4C40-AA06-D9A56162892B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 userDrawn="1"/>
        </p:nvSpPr>
        <p:spPr bwMode="auto">
          <a:xfrm>
            <a:off x="5298304" y="915566"/>
            <a:ext cx="3670323" cy="342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 userDrawn="1"/>
        </p:nvSpPr>
        <p:spPr bwMode="auto">
          <a:xfrm>
            <a:off x="467544" y="3075806"/>
            <a:ext cx="4070521" cy="180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anchor="ctr"/>
          <a:lstStyle>
            <a:lvl1pPr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EA93C-689E-4CAB-A3E9-95BA7A7E3BFC}" type="datetime1">
              <a:rPr lang="zh-CN" altLang="en-US" smtClean="0"/>
              <a:t>2022/3/3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03598"/>
            <a:ext cx="7380312" cy="1890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36654" y="555526"/>
            <a:ext cx="6657724" cy="3968616"/>
            <a:chOff x="936654" y="555526"/>
            <a:chExt cx="6657724" cy="3968616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6654" y="555526"/>
              <a:ext cx="6657724" cy="2160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8019" y="2566019"/>
              <a:ext cx="4455914" cy="19581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71600" y="244828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什么是物联网？物联网无线通信技术有</a:t>
            </a:r>
            <a:endParaRPr lang="en-US" altLang="zh-CN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哪些类型？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321153"/>
            <a:ext cx="1699504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1.物联网简介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851670"/>
            <a:ext cx="4536504" cy="177664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物联网（Internet of 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Things，简称IoT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)），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是指物物相连的互联网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。按照国际电信联盟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(ITU)的定义，物联网主要解决物品与物品(Thing to Thing,T2T)，人与物品 (Human to Thing，H2T)，人与人(Human to Human,H2H)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之间的互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30" descr="说明: https://p2.ssl.qhimgs1.com/sdr/400__/t0153cbaabaa8bc711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2120" y="1634930"/>
            <a:ext cx="2466022" cy="199338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4" name="矩形 3"/>
          <p:cNvSpPr/>
          <p:nvPr/>
        </p:nvSpPr>
        <p:spPr>
          <a:xfrm>
            <a:off x="971600" y="3723878"/>
            <a:ext cx="7146542" cy="121520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中国物联网校企联盟将物联网定义为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当下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几乎所有技术与计算机、互联网技术的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结合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，实现物体与物体之间，环境以及状态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实时的共享以及智能化的收集、传递、处 理、执行。广义上说，当下涉及信息技术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的应用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，都可以纳入物联网的范畴。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52775" y="1331981"/>
            <a:ext cx="3494867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2.物联网无线通信技术的类型</a:t>
            </a:r>
          </a:p>
        </p:txBody>
      </p:sp>
      <p:sp>
        <p:nvSpPr>
          <p:cNvPr id="2" name="矩形 1"/>
          <p:cNvSpPr/>
          <p:nvPr/>
        </p:nvSpPr>
        <p:spPr>
          <a:xfrm>
            <a:off x="977896" y="2571660"/>
            <a:ext cx="3916680" cy="189551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物联网无线通信技术可以将车辆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、家用电器、公共设施以及各种电子产品、应用软件分别连接到互联网中，并通过无线网络技术及大数据、云计算、人工智能进行信息交换</a:t>
            </a:r>
            <a:r>
              <a:rPr 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9" name="图片 29" descr="图3-2-2  （去掉背景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8280" y="2571934"/>
            <a:ext cx="3302000" cy="234315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244828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什么是物联网？物联网无线通信技术有</a:t>
            </a:r>
            <a:endParaRPr lang="en-US" altLang="zh-CN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哪些类型？</a:t>
            </a:r>
          </a:p>
        </p:txBody>
      </p:sp>
      <p:sp>
        <p:nvSpPr>
          <p:cNvPr id="4" name="矩形 3"/>
          <p:cNvSpPr/>
          <p:nvPr/>
        </p:nvSpPr>
        <p:spPr>
          <a:xfrm>
            <a:off x="963986" y="1866185"/>
            <a:ext cx="7219625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lvl="0" fontAlgn="base">
              <a:lnSpc>
                <a:spcPct val="114000"/>
              </a:lnSpc>
            </a:pPr>
            <a:r>
              <a: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物联网“物与物”之间的信息交换采用实体导线连接是不现实的，只能依赖于无线通信技术。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52775" y="1331981"/>
            <a:ext cx="3494867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2.物联网无线通信技术的类型</a:t>
            </a:r>
          </a:p>
        </p:txBody>
      </p:sp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244828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什么是物联网？物联网无线通信技术有</a:t>
            </a:r>
            <a:endParaRPr lang="en-US" altLang="zh-CN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哪些类型？</a:t>
            </a:r>
          </a:p>
        </p:txBody>
      </p:sp>
      <p:sp>
        <p:nvSpPr>
          <p:cNvPr id="5" name="矩形 4"/>
          <p:cNvSpPr/>
          <p:nvPr/>
        </p:nvSpPr>
        <p:spPr>
          <a:xfrm>
            <a:off x="950676" y="2355726"/>
            <a:ext cx="7247386" cy="177664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）短距离无线通信技术 应用于物联网的短距离通信技术主要包括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Wi-Fi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、蓝牙、射频识别以及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Zigbee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等通信 技术。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）低功耗广域网通信技术 物联网的快速发展对无线通信技术提出了更高的要求，专为低带宽、低功耗、远距离、 大量连接的物联网应用而设计的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技术快速兴起。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low-powerWide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-Area Network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），即低功耗广域网通信技术。</a:t>
            </a:r>
          </a:p>
        </p:txBody>
      </p:sp>
      <p:sp>
        <p:nvSpPr>
          <p:cNvPr id="8" name="矩形 7"/>
          <p:cNvSpPr/>
          <p:nvPr/>
        </p:nvSpPr>
        <p:spPr>
          <a:xfrm>
            <a:off x="971600" y="1851670"/>
            <a:ext cx="7200800" cy="373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应用于物联网的无线通信技术很多，主要分为两类。 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068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124299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1.Wi-Fi通信技术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561470"/>
            <a:ext cx="7200800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Wi-Fi是Wirele Fidelity的英文缩写，是无线局域网络认证标准。Wi-Fi又称之为IEE802.11标准，IEE802.11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标准是全球目前无线局域网的通用标准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8" descr="图3-2-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0072" y="2323255"/>
            <a:ext cx="2952328" cy="230505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4" name="矩形 3"/>
          <p:cNvSpPr/>
          <p:nvPr/>
        </p:nvSpPr>
        <p:spPr>
          <a:xfrm>
            <a:off x="971600" y="2330116"/>
            <a:ext cx="4032448" cy="83099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Wi-Fi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优点：无线电波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覆盖范围较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广；传输速率较高；无线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数据传播模式。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3291830"/>
            <a:ext cx="4032448" cy="58477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Wi-Fi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安全性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较低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、易受干扰、功耗较高、组网能力低。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090781"/>
            <a:ext cx="1955985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2.蓝牙通信技术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69244" y="1563638"/>
            <a:ext cx="7203155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蓝牙(Bluetooth)是一种适用于短距离范围内的无线通信标准，蓝牙通信标准由蓝牙技术联盟(Bluetooth SIG)制定，目前最新版本为2020年制定的蓝牙5.2。</a:t>
            </a:r>
          </a:p>
        </p:txBody>
      </p:sp>
      <p:pic>
        <p:nvPicPr>
          <p:cNvPr id="27" name="图片 27" descr="1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7944" y="2283718"/>
            <a:ext cx="4104455" cy="2448272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969244" y="2355726"/>
            <a:ext cx="2810668" cy="107721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）蓝牙通信技术的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优点：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功耗低、低延时、较高的安全性、有效范围内可无视障碍物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连接。</a:t>
            </a:r>
          </a:p>
        </p:txBody>
      </p:sp>
      <p:sp>
        <p:nvSpPr>
          <p:cNvPr id="5" name="矩形 4"/>
          <p:cNvSpPr/>
          <p:nvPr/>
        </p:nvSpPr>
        <p:spPr>
          <a:xfrm>
            <a:off x="957672" y="3507854"/>
            <a:ext cx="2822240" cy="83099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）蓝牙通信技术的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缺点：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传输距离较短、传输速率不高。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468946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3.射频识别通信技术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635646"/>
            <a:ext cx="7147132" cy="934487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射频识别（Radio Frequency Identification，简称RFID）技术，在物联网应用中是一种较为常用的短距离通信技术，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通过无线电信号对目标物体进行自动识别以及数据信息的读取工作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6" descr="说明: C:\Users\Lenovo\Desktop\智能网联汽车 人民交通\项目6 智能网联汽车无线通信系统应用\任务6-1 图片\图6-2-5 RFID的构成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58218" y="2606181"/>
            <a:ext cx="3360514" cy="2053801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994744" y="2787774"/>
            <a:ext cx="3550422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通信由电子标签、带天线的读写器和控制器（应用软件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）三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部分构成。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3863558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射频识别通信技术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特性和类型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1635646"/>
            <a:ext cx="7200800" cy="149592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通信具有以下七大技术特性：超强的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抗干扰性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电子标签具有相对较高的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存储空间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，最高可扩充至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1MB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以上；可通过编程技术对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电子标签的数据信息进行动态修改；具有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较长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的使用寿命；对障碍物的穿透能力较强；可对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产品设置密码，因此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通信技术具有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较高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的安全性；可同时对多个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产品进行快速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扫描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及数据信息的读取。</a:t>
            </a:r>
          </a:p>
        </p:txBody>
      </p:sp>
      <p:sp>
        <p:nvSpPr>
          <p:cNvPr id="8" name="矩形 7"/>
          <p:cNvSpPr/>
          <p:nvPr/>
        </p:nvSpPr>
        <p:spPr>
          <a:xfrm>
            <a:off x="958020" y="3291830"/>
            <a:ext cx="7214380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技术的特性，可将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产品分为 三大类：无源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产品、有源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产品和半有源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RFID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产品。</a:t>
            </a:r>
          </a:p>
        </p:txBody>
      </p:sp>
    </p:spTree>
    <p:extLst>
      <p:ext uri="{BB962C8B-B14F-4D97-AF65-F5344CB8AC3E}">
        <p14:creationId xmlns:p14="http://schemas.microsoft.com/office/powerpoint/2010/main" val="334419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324675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4.Zigbee通信技术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635646"/>
            <a:ext cx="7200800" cy="93448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Zigbee又称“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紫蜂协议</a:t>
            </a:r>
            <a:r>
              <a:rPr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”，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是一种小范围、低功耗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、低速率、低成本的无线自组织网络技术。Zigbee是基于IEEE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802.15.4标准的局域网协议，它所应用的领域范围为自动化领域和远程控制领域。</a:t>
            </a:r>
          </a:p>
        </p:txBody>
      </p:sp>
      <p:pic>
        <p:nvPicPr>
          <p:cNvPr id="25" name="图片 2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3435846"/>
            <a:ext cx="6144260" cy="129603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4" name="矩形 3"/>
          <p:cNvSpPr/>
          <p:nvPr/>
        </p:nvSpPr>
        <p:spPr>
          <a:xfrm>
            <a:off x="958020" y="2675165"/>
            <a:ext cx="7214380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Zigbee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协议框架构成：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一 部 分 是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IEEE 802.15.4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定义的底层标准协议，另一部分是由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Zigbee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联盟在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IEEE 802.15.4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的基础上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进行扩充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的标准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协议。</a:t>
            </a:r>
            <a:endParaRPr lang="zh-CN" altLang="en-US" sz="1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3462807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4.Zigbee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通信技术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网络构成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57323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短距离无线通信技术有哪些应用？</a:t>
            </a:r>
          </a:p>
        </p:txBody>
      </p:sp>
      <p:sp>
        <p:nvSpPr>
          <p:cNvPr id="5" name="矩形 4"/>
          <p:cNvSpPr/>
          <p:nvPr/>
        </p:nvSpPr>
        <p:spPr>
          <a:xfrm>
            <a:off x="970941" y="1635646"/>
            <a:ext cx="7200800" cy="33855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Zigbee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通信技术中的网络节点按照功能可分为协调器、路由器和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终端设备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941" y="2211709"/>
            <a:ext cx="3986212" cy="252028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5" y="2210176"/>
            <a:ext cx="3095685" cy="252181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326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低功耗广域网通信技术有哪些应用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zh-CN" altLang="en-US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2620" y="2368246"/>
            <a:ext cx="2079415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1.LoRa通信技术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2859782"/>
            <a:ext cx="7200800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LoRa是Long 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Range的英文缩写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，劳拉技术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，即远距离大范围无线通信。LoRa通信技术在物联网行业中被广泛应用。LoRa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主要在ISM频段中进行应用。</a:t>
            </a:r>
          </a:p>
        </p:txBody>
      </p:sp>
      <p:sp>
        <p:nvSpPr>
          <p:cNvPr id="4" name="矩形 3"/>
          <p:cNvSpPr/>
          <p:nvPr/>
        </p:nvSpPr>
        <p:spPr>
          <a:xfrm>
            <a:off x="971600" y="1131590"/>
            <a:ext cx="7200800" cy="1077218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低功耗广域网（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）技术在物联网应用中可实现大范围网络覆盖。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技术具有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低带宽、低功耗、远距离、海量连接的特点。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技术可分为两类：一类是在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未获得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授权频段下使用的技术，如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通信技术；另一类是在授权频段下使用的技术，如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通信技术。</a:t>
            </a:r>
          </a:p>
        </p:txBody>
      </p:sp>
      <p:sp>
        <p:nvSpPr>
          <p:cNvPr id="5" name="矩形 4"/>
          <p:cNvSpPr/>
          <p:nvPr/>
        </p:nvSpPr>
        <p:spPr>
          <a:xfrm>
            <a:off x="971600" y="3666172"/>
            <a:ext cx="7200800" cy="934487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LoRaWan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是 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Long Range Wide Area Network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 英 文 缩 写， 即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广域网标准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LoRaWAN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属于开放式标准，它规范了 </a:t>
            </a:r>
            <a:r>
              <a:rPr lang="en-US" altLang="zh-CN" sz="1600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在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LPWAN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中的通信协议。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低功耗广域网通信技术有哪些应用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zh-CN" altLang="en-US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3730508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1.LoRa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通信技术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构成及优缺点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71600" y="1779662"/>
            <a:ext cx="2232248" cy="120032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网络由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终端设备、基站、应用服务器和云服务器构成。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456" y="1618828"/>
            <a:ext cx="4919265" cy="1554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973699" y="3291830"/>
            <a:ext cx="7198701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优点：①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远距离通信，最远可达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20km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 ②低功耗。 ③多节点，网络节点可达十万级。</a:t>
            </a:r>
          </a:p>
        </p:txBody>
      </p:sp>
      <p:sp>
        <p:nvSpPr>
          <p:cNvPr id="10" name="矩形 9"/>
          <p:cNvSpPr/>
          <p:nvPr/>
        </p:nvSpPr>
        <p:spPr>
          <a:xfrm>
            <a:off x="973698" y="4011910"/>
            <a:ext cx="7198701" cy="65376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缺点：①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频段易受到干扰，因此增大了网络部署的难度。 ②需重新建设网络信号塔和基站。</a:t>
            </a:r>
          </a:p>
        </p:txBody>
      </p:sp>
    </p:spTree>
    <p:extLst>
      <p:ext uri="{BB962C8B-B14F-4D97-AF65-F5344CB8AC3E}">
        <p14:creationId xmlns:p14="http://schemas.microsoft.com/office/powerpoint/2010/main" val="202698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2440092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2.NB-IoT 通信技术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625600"/>
            <a:ext cx="7200800" cy="121520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NB-IoT是Narrow Band Internet of Things的英文缩写，即窄带物联网技术。NB-IoT内建于蜂窝网络，只消耗大约180kHz的带宽，可直接部署于GSM网络、UMTS 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网络或LTE网络，以降低部署成本、实现平滑升级。NB-IoT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16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具有广覆盖</a:t>
            </a:r>
            <a:r>
              <a:rPr sz="1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、低成本、低功耗、支持海量连接等特点</a:t>
            </a: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13" name="图片 13" descr="说明: C:\Users\Lenovo\Desktop\智能网联汽车 人民交通\项目6 智能网联汽车无线通信系统应用\任务6-2 图片\图6-2-10 NB-IoT的应用架构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5856" y="2872126"/>
            <a:ext cx="4850765" cy="1859863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低功耗广域网通信技术有哪些应用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zh-CN" altLang="en-US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600" y="2931790"/>
            <a:ext cx="2160240" cy="175535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从应用开发角度，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应用架构由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终端、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 息邮局、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人机交互系统三部分组成。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71600" y="1131590"/>
            <a:ext cx="3578224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2.NB-IoT </a:t>
            </a:r>
            <a:r>
              <a:rPr sz="2000" b="1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通信技术</a:t>
            </a:r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参数对比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>
            <a:spLocks noChangeArrowheads="1"/>
          </p:cNvSpPr>
          <p:nvPr/>
        </p:nvSpPr>
        <p:spPr bwMode="auto">
          <a:xfrm>
            <a:off x="971600" y="411510"/>
            <a:ext cx="7200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低功耗广域网通信技术有哪些应用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？</a:t>
            </a:r>
            <a:endParaRPr lang="zh-CN" altLang="en-US" sz="3200" b="1" dirty="0" smtClean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5676" y="1681703"/>
            <a:ext cx="5832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LoRa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通信技术与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通信技术重要参数之间的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数据对比表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384" y="2020257"/>
            <a:ext cx="6796879" cy="27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18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92884" y="411510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物联网无线通信技术在智能网联汽车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endParaRPr lang="en-US" altLang="zh-CN" sz="32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64688" y="2775927"/>
            <a:ext cx="6059672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1.物联网无线通信技术在智能网联汽车上应用的优势</a:t>
            </a:r>
          </a:p>
        </p:txBody>
      </p:sp>
      <p:sp>
        <p:nvSpPr>
          <p:cNvPr id="2" name="矩形 1"/>
          <p:cNvSpPr/>
          <p:nvPr/>
        </p:nvSpPr>
        <p:spPr>
          <a:xfrm>
            <a:off x="1030324" y="3291830"/>
            <a:ext cx="5994036" cy="1215204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1）继承移动网络的全部优点。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2）根据硬件设备或需求的不同，可采用多种技术进行组合应用。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3）低功耗。</a:t>
            </a:r>
          </a:p>
          <a:p>
            <a:pPr fontAlgn="base">
              <a:lnSpc>
                <a:spcPct val="114000"/>
              </a:lnSpc>
            </a:pPr>
            <a:r>
              <a:rPr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4）覆盖范围广。</a:t>
            </a:r>
          </a:p>
        </p:txBody>
      </p:sp>
      <p:sp>
        <p:nvSpPr>
          <p:cNvPr id="4" name="矩形 3"/>
          <p:cNvSpPr/>
          <p:nvPr/>
        </p:nvSpPr>
        <p:spPr>
          <a:xfrm>
            <a:off x="964688" y="1520102"/>
            <a:ext cx="7207712" cy="1215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智能网联汽车是物联网应用中的一个重要领域。车辆在行驶过程中需要进行快速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位移活动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，因此智能网联汽车对网络数据信息的实时性有着较高的要求。建设一个低延迟、</a:t>
            </a:r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覆盖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广、多连接的无线通信网络，是实现并普及智能网联汽车的关键环节。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92884" y="411510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物联网无线通信技术在智能网联汽车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endParaRPr lang="en-US" altLang="zh-CN" sz="32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3" name="矩形 2"/>
          <p:cNvSpPr/>
          <p:nvPr/>
        </p:nvSpPr>
        <p:spPr>
          <a:xfrm>
            <a:off x="992884" y="1851670"/>
            <a:ext cx="6059672" cy="400110"/>
          </a:xfrm>
          <a:prstGeom prst="rect">
            <a:avLst/>
          </a:prstGeom>
          <a:solidFill>
            <a:srgbClr val="0070C0"/>
          </a:solidFill>
        </p:spPr>
        <p:txBody>
          <a:bodyPr wrap="none">
            <a:spAutoFit/>
          </a:bodyPr>
          <a:lstStyle/>
          <a:p>
            <a:pPr algn="l" fontAlgn="ctr"/>
            <a:r>
              <a:rPr 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.物联网无线通信技术在智能网联汽车上应用的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</a:t>
            </a:r>
            <a:endParaRPr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9304" y="2427734"/>
            <a:ext cx="7193096" cy="2338076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①在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行驶过程中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，遇到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前方出现紧急情况时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，通过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蓝牙通信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技术发出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提示信息。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②在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行驶过程中突然发生故障或交通事故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时：第一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种解决方案是通过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Wi-Fi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通信技术，使用车辆终端系统向服务器平台发送支援请求。 第二种解决方案是通过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Zigbee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网络技术向附近车辆发出支援请求。 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③在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自动驾驶过程中，可通过射频识别技术获取前方道路信息，并对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行驶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方向进行控制与调整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4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④可通过 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RoLa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NB-</a:t>
            </a:r>
            <a:r>
              <a:rPr lang="en-US" altLang="zh-CN" sz="1600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IoT</a:t>
            </a:r>
            <a:r>
              <a:rPr lang="en-US" altLang="zh-CN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通信技术，打造车与车、车与路、车与互联网的低功耗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广域网</a:t>
            </a:r>
            <a:r>
              <a:rPr lang="zh-CN" altLang="en-US" sz="16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络。</a:t>
            </a:r>
          </a:p>
        </p:txBody>
      </p:sp>
    </p:spTree>
    <p:extLst>
      <p:ext uri="{BB962C8B-B14F-4D97-AF65-F5344CB8AC3E}">
        <p14:creationId xmlns:p14="http://schemas.microsoft.com/office/powerpoint/2010/main" val="2832950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04" y="4840397"/>
            <a:ext cx="2133600" cy="273844"/>
          </a:xfrm>
        </p:spPr>
        <p:txBody>
          <a:bodyPr/>
          <a:lstStyle/>
          <a:p>
            <a:pPr algn="l"/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8" name="Text Box 8"/>
          <p:cNvSpPr>
            <a:spLocks noChangeArrowheads="1"/>
          </p:cNvSpPr>
          <p:nvPr/>
        </p:nvSpPr>
        <p:spPr bwMode="auto">
          <a:xfrm>
            <a:off x="992884" y="411510"/>
            <a:ext cx="7573236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物联网无线通信技术在智能网联汽车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上</a:t>
            </a:r>
            <a:endParaRPr lang="en-US" altLang="zh-CN" sz="32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有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哪些应用？</a:t>
            </a:r>
          </a:p>
        </p:txBody>
      </p:sp>
      <p:sp>
        <p:nvSpPr>
          <p:cNvPr id="2" name="矩形 1"/>
          <p:cNvSpPr/>
          <p:nvPr/>
        </p:nvSpPr>
        <p:spPr>
          <a:xfrm>
            <a:off x="969080" y="1851670"/>
            <a:ext cx="7203319" cy="923330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总之，随着移动网络通信技术和物联网无线通信技术在汽车中的应用，智能网联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汽车的 </a:t>
            </a:r>
            <a:r>
              <a:rPr lang="en-US" altLang="zh-CN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V2X </a:t>
            </a:r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功能将全面实现，让汽车“无人驾驶”成为可能。</a:t>
            </a:r>
          </a:p>
        </p:txBody>
      </p:sp>
      <p:pic>
        <p:nvPicPr>
          <p:cNvPr id="4098" name="Picture 2" descr="http://n.sinaimg.cn/sinacn/w640h383/20180304/c36b-fxipenm765003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004371"/>
            <a:ext cx="2880320" cy="172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n.sinaimg.cn/tech/crawl/20160317/O4uv-fxqnsks477234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111" y="3004371"/>
            <a:ext cx="2880320" cy="175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88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/>
        </p:nvSpPr>
        <p:spPr bwMode="auto">
          <a:xfrm>
            <a:off x="2699792" y="1698475"/>
            <a:ext cx="4074090" cy="75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>
              <a:buFontTx/>
              <a:buNone/>
              <a:defRPr/>
            </a:pPr>
            <a:r>
              <a:rPr lang="en-US" altLang="zh-CN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r>
              <a:rPr lang="zh-CN" altLang="en-US" sz="6000" b="1" dirty="0">
                <a:solidFill>
                  <a:srgbClr val="0A80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11" name="灯片编号占位符 5"/>
          <p:cNvSpPr txBox="1"/>
          <p:nvPr/>
        </p:nvSpPr>
        <p:spPr>
          <a:xfrm>
            <a:off x="107504" y="4840397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smtClean="0"/>
              <a:t>19</a:t>
            </a:fld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1363</Words>
  <Application>Microsoft Office PowerPoint</Application>
  <PresentationFormat>全屏显示(16:9)</PresentationFormat>
  <Paragraphs>112</Paragraphs>
  <Slides>19</Slides>
  <Notes>18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内训体系构架（讨论稿）</dc:title>
  <dc:creator>Administrator</dc:creator>
  <cp:lastModifiedBy>Lenovo</cp:lastModifiedBy>
  <cp:revision>1574</cp:revision>
  <dcterms:created xsi:type="dcterms:W3CDTF">2017-08-03T05:04:00Z</dcterms:created>
  <dcterms:modified xsi:type="dcterms:W3CDTF">2022-03-03T14:45:38Z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8E4C9AADA725407FBE44C9347C02DF2D</vt:lpwstr>
  </property>
</Properties>
</file>